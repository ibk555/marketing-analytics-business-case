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82" d="100"/>
          <a:sy n="82"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Portfolio Project</a:t>
            </a:r>
          </a:p>
          <a:p>
            <a:r>
              <a:rPr lang="en-US" dirty="0"/>
              <a:t>Ibukun Araromi</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2C900B-DF39-8E48-8BC4-886917481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2623" y="1825625"/>
            <a:ext cx="7535206" cy="4282849"/>
          </a:xfrm>
          <a:prstGeom prst="rect">
            <a:avLst/>
          </a:prstGeom>
        </p:spPr>
      </p:pic>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489081" y="3621571"/>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8633110" y="2109327"/>
            <a:ext cx="818801" cy="76450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8289513" y="5049335"/>
            <a:ext cx="1076949" cy="6423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2C1094-07AA-ECD7-4E05-4C85D691F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9030" y="1825625"/>
            <a:ext cx="5849916" cy="3846404"/>
          </a:xfrm>
          <a:prstGeom prst="rect">
            <a:avLst/>
          </a:prstGeom>
        </p:spPr>
      </p:pic>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sp>
        <p:nvSpPr>
          <p:cNvPr id="7" name="Rectangle 6">
            <a:extLst>
              <a:ext uri="{FF2B5EF4-FFF2-40B4-BE49-F238E27FC236}">
                <a16:creationId xmlns:a16="http://schemas.microsoft.com/office/drawing/2014/main" id="{9AE336E2-BFE9-301A-AFA2-2180EEC07102}"/>
              </a:ext>
            </a:extLst>
          </p:cNvPr>
          <p:cNvSpPr/>
          <p:nvPr/>
        </p:nvSpPr>
        <p:spPr>
          <a:xfrm>
            <a:off x="8640148" y="1825626"/>
            <a:ext cx="363894" cy="384640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7237060" y="1825624"/>
            <a:ext cx="363894" cy="3846405"/>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F3B887-55BC-9E32-151F-8888A9DB3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437" y="2026590"/>
            <a:ext cx="3543607" cy="1767993"/>
          </a:xfrm>
          <a:prstGeom prst="rect">
            <a:avLst/>
          </a:prstGeom>
        </p:spPr>
      </p:pic>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June, while social media and video content maintained steady but slightly lower engagement.</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99240" y="2485185"/>
            <a:ext cx="1433805" cy="332660"/>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Picture 10">
            <a:extLst>
              <a:ext uri="{FF2B5EF4-FFF2-40B4-BE49-F238E27FC236}">
                <a16:creationId xmlns:a16="http://schemas.microsoft.com/office/drawing/2014/main" id="{42D48B6A-8863-2367-692F-6BFCA4D41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7437" y="4130485"/>
            <a:ext cx="3543607" cy="1790855"/>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120 reviews at 4 stars and 116 reviews at 5 stars, indicating overall positive feedback. Lower ratings (1-2 stars) account for a smaller proportion, with 26 reviews at 1 star and 50 reviews at 2 stars.</a:t>
            </a:r>
          </a:p>
          <a:p>
            <a:pPr>
              <a:lnSpc>
                <a:spcPct val="170000"/>
              </a:lnSpc>
            </a:pPr>
            <a:r>
              <a:rPr lang="en-US" b="1" dirty="0"/>
              <a:t>Sentiment Analysis:</a:t>
            </a:r>
          </a:p>
          <a:p>
            <a:pPr lvl="1">
              <a:lnSpc>
                <a:spcPct val="170000"/>
              </a:lnSpc>
            </a:pPr>
            <a:r>
              <a:rPr lang="en-US" dirty="0"/>
              <a:t>Positive sentiment dominates with 198 reviews, reflecting a generally satisfied customer base. Negative sentiment is present in 71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A88E18AD-F218-44D3-D181-FD1876B0D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7795" y="1825625"/>
            <a:ext cx="2500605" cy="1794653"/>
          </a:xfrm>
          <a:prstGeom prst="rect">
            <a:avLst/>
          </a:prstGeom>
        </p:spPr>
      </p:pic>
      <p:pic>
        <p:nvPicPr>
          <p:cNvPr id="9" name="Picture 8">
            <a:extLst>
              <a:ext uri="{FF2B5EF4-FFF2-40B4-BE49-F238E27FC236}">
                <a16:creationId xmlns:a16="http://schemas.microsoft.com/office/drawing/2014/main" id="{177002D4-7DAC-3126-904C-F5C1BEE4A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7795" y="4001294"/>
            <a:ext cx="2500604" cy="1794653"/>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157</TotalTime>
  <Words>789</Words>
  <Application>Microsoft Office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Ibukun Araromi</cp:lastModifiedBy>
  <cp:revision>3</cp:revision>
  <dcterms:created xsi:type="dcterms:W3CDTF">2024-09-03T15:16:05Z</dcterms:created>
  <dcterms:modified xsi:type="dcterms:W3CDTF">2026-07-03T14:31:32Z</dcterms:modified>
</cp:coreProperties>
</file>